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B0C3111-B700-CCE9-E022-70446EB87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198D6C9-0C2F-8CE4-67D9-79C0566FD077}"/>
              </a:ext>
            </a:extLst>
          </p:cNvPr>
          <p:cNvSpPr/>
          <p:nvPr/>
        </p:nvSpPr>
        <p:spPr>
          <a:xfrm>
            <a:off x="11198578" y="5960533"/>
            <a:ext cx="812800" cy="733778"/>
          </a:xfrm>
          <a:prstGeom prst="rect">
            <a:avLst/>
          </a:prstGeom>
          <a:solidFill>
            <a:srgbClr val="0D15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524CA3E-1416-92E7-D53B-A7B1AD78F3AE}"/>
              </a:ext>
            </a:extLst>
          </p:cNvPr>
          <p:cNvSpPr/>
          <p:nvPr/>
        </p:nvSpPr>
        <p:spPr>
          <a:xfrm>
            <a:off x="5057422" y="3793067"/>
            <a:ext cx="3375378" cy="1546578"/>
          </a:xfrm>
          <a:prstGeom prst="rect">
            <a:avLst/>
          </a:prstGeom>
          <a:solidFill>
            <a:srgbClr val="0E1E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2</cp:revision>
  <dcterms:created xsi:type="dcterms:W3CDTF">2026-04-14T04:14:00Z</dcterms:created>
  <dcterms:modified xsi:type="dcterms:W3CDTF">2026-04-14T08:11:56Z</dcterms:modified>
</cp:coreProperties>
</file>