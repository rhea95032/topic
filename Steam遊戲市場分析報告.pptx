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63" r:id="rId13"/>
    <p:sldId id="264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FF"/>
    <a:srgbClr val="00FFFF"/>
    <a:srgbClr val="0B1423"/>
    <a:srgbClr val="0E1E2D"/>
    <a:srgbClr val="0D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702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48A3BC-A2A9-4AF2-859B-7C5E966DF741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50F68-E9E7-4BC1-B527-560F3585FD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991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50F68-E9E7-4BC1-B527-560F3585FD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0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C91870-BC5F-05B4-E9C1-7123E6E7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DE222A5-1F36-FA60-6F61-10FB82696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C72F72-CF20-73F2-4851-5849DC939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B9A724-5278-3685-E679-5B679093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A9387A-8ACA-F0DD-B248-944E7475A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26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0F6BF8-0326-F245-9026-7A06FCD44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E4DD2-0F9C-2644-DACA-6D6E192CA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7B5383-8322-C72F-E1BF-05A2E8213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2397F3-BC3C-7E79-EC93-1ADEEBB61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E22672-CAEB-1776-0F9A-0A686784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72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BA1D9E-AB13-2DDD-A744-C9F4D154F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89C887-392D-C963-962F-437BC6E45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CBA3B0-B545-407D-29CC-5333FF1E1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9D105E-54F2-93DA-EFCC-BD64CE69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FFD50-D9F5-FA78-6A52-471E00744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946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1A23D-CB52-E907-A8D6-E78146D32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AB5726-07EC-4566-6577-24CEE69EB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F0F293-335C-20AE-A0B9-AA9F324F2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C82749-0F7B-4050-345B-91D32F12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7FA7FE-B926-364E-932F-6450467F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BEECFC-7E63-BFC1-20DF-B30446B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41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7B5C61-89C2-DFA1-7A61-08BEE9A9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CAC97F-9237-CDA9-07A7-6C0A465C8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48B24B-84C1-5EE5-BDCC-66F49A6AE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008A98-B728-541B-63D4-CD6368C24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9E44BA4-BC17-AA03-8D97-77CE7F811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FCCFD57-0E16-96D4-2589-EDFB6D106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FB2B650-13E2-AD05-C76C-17414DDF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8FF3925-B7F7-7204-82FD-D80544460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624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73AC9B-78B3-EC1B-62CE-02770404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CB03A0-D30F-45DC-0D6B-73208664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505BDCD-B39A-466F-49C4-7F28C0A8E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ADFBAD-8538-1E9C-32B4-1F87A30D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827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2FB5728-2A30-8107-4AC2-D0004E325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B5FCAE-ADAB-BFAE-66E1-69DDE85E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5C454E-64D8-C287-B7EC-3CC02284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0352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34CAE-E746-4DF4-89DD-E34FDDBC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421AF8-75CA-C406-26E1-7BAFE0F85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1762062-014A-5EE6-A4ED-89895472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02499A-91FC-3F8A-55E0-5C4E412D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6962986-F1C5-AD6C-BF19-0D7D5DB4F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79FC90-752C-6297-3BB4-2CFFF77B7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74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3943E5-EF1B-002D-3842-F91E13462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65AA1E0-9E2A-6050-E175-9C8D4BCAD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E12D9A-BDF5-DA1A-A52F-519E1B693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E62B1B-49AB-9731-4934-D9FEE303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CF9F78B-2C43-F3B8-C88D-1D7757E40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F71CCD1-27E3-9C8B-C7AD-A74970839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2858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308256-1AED-CB68-045A-DB6699422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4069D0F-80CE-BAC9-DCA8-B02464045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327B6B-8C8D-5565-8405-C3F47E83A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CCCC7A-9090-B204-7324-2BBFEB63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6CCF3-6C22-C885-C222-3BDBA61B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854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60BDF07-6F1C-49D8-669A-100C5BB832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981345-0F9F-54C4-9F59-532984C59A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DB6FE5-5FE5-8ECA-BFC1-0E45F6A83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AA46EC-0B7B-ECC0-05DF-5DB8B258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A27230-CA56-1E53-FBAD-2ECD1B2A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913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35F892-FDE8-33C5-3FB6-C656CE7D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EAE94EB-186C-CF60-18B0-00F71D48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709DE0-3EFE-8325-58B7-382D398684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4E7259-4CE4-4FEC-BE06-AE2B845FD034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C683EB-4048-A6E4-7745-DF1A70AA62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955E54-A43B-8225-4B92-765A3CBE4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158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4048EC05-EADA-B116-8A47-089568836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BB74B0-DA31-213A-3F20-8EAC3D3CFA7C}"/>
              </a:ext>
            </a:extLst>
          </p:cNvPr>
          <p:cNvSpPr txBox="1"/>
          <p:nvPr/>
        </p:nvSpPr>
        <p:spPr>
          <a:xfrm>
            <a:off x="0" y="2438400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全球遊戲市場分析專題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BF46DFB-EBF5-23E5-4A6E-3A22F65E1EF0}"/>
              </a:ext>
            </a:extLst>
          </p:cNvPr>
          <p:cNvSpPr txBox="1"/>
          <p:nvPr/>
        </p:nvSpPr>
        <p:spPr>
          <a:xfrm>
            <a:off x="4782178" y="543423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專題製作及分析：鄭朝元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00DAC3-E613-7879-D0F9-D3CE95AFD4DE}"/>
              </a:ext>
            </a:extLst>
          </p:cNvPr>
          <p:cNvSpPr txBox="1"/>
          <p:nvPr/>
        </p:nvSpPr>
        <p:spPr>
          <a:xfrm>
            <a:off x="4685998" y="3265438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(1997-2024)</a:t>
            </a:r>
            <a:endParaRPr lang="zh-TW" altLang="en-US" sz="3600" dirty="0">
              <a:solidFill>
                <a:srgbClr val="00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4444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F92F5E4-3776-C7B0-FEE3-A521BA00A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18A23BA-FC73-A594-60F5-489A1145CADA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1E7222-61E1-C628-A4C9-1748D216E9B5}"/>
              </a:ext>
            </a:extLst>
          </p:cNvPr>
          <p:cNvSpPr txBox="1"/>
          <p:nvPr/>
        </p:nvSpPr>
        <p:spPr>
          <a:xfrm>
            <a:off x="2261924" y="2476500"/>
            <a:ext cx="766815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從小到大都在持續的接觸</a:t>
            </a:r>
            <a:r>
              <a:rPr lang="en-US" altLang="zh-TW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</a:t>
            </a:r>
            <a:r>
              <a:rPr lang="zh-TW" altLang="en-US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遊戲，因此對於現在經常使用的</a:t>
            </a:r>
            <a:r>
              <a:rPr lang="en-US" altLang="zh-TW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平台感到好奇，從而製作了這份分析報告。</a:t>
            </a:r>
          </a:p>
        </p:txBody>
      </p:sp>
    </p:spTree>
    <p:extLst>
      <p:ext uri="{BB962C8B-B14F-4D97-AF65-F5344CB8AC3E}">
        <p14:creationId xmlns:p14="http://schemas.microsoft.com/office/powerpoint/2010/main" val="31056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42900-E13C-370C-3264-E7948366D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F5C274B-05F3-B016-5E16-02123F97D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3F24C56-65BF-E447-92D8-42B3EC228F4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資料獲取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47E607-F08A-B013-E2C2-DDFEB889874A}"/>
              </a:ext>
            </a:extLst>
          </p:cNvPr>
          <p:cNvSpPr txBox="1"/>
          <p:nvPr/>
        </p:nvSpPr>
        <p:spPr>
          <a:xfrm>
            <a:off x="2261924" y="2476500"/>
            <a:ext cx="766815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</a:t>
            </a:r>
            <a:r>
              <a:rPr lang="en-US" altLang="zh-TW" sz="32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kaggle</a:t>
            </a:r>
            <a:r>
              <a:rPr lang="zh-TW" altLang="en-US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下載關於這次主題的</a:t>
            </a:r>
            <a:r>
              <a:rPr lang="en-US" altLang="zh-TW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csv</a:t>
            </a:r>
            <a:r>
              <a:rPr lang="zh-TW" altLang="en-US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，並且在</a:t>
            </a:r>
            <a:r>
              <a:rPr lang="en-US" altLang="zh-TW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32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進行資料的清洗。</a:t>
            </a:r>
          </a:p>
        </p:txBody>
      </p:sp>
    </p:spTree>
    <p:extLst>
      <p:ext uri="{BB962C8B-B14F-4D97-AF65-F5344CB8AC3E}">
        <p14:creationId xmlns:p14="http://schemas.microsoft.com/office/powerpoint/2010/main" val="909956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28A0-A2F1-87A2-DB6B-76786549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85EFCAD-3CFB-C8BC-8E90-1BBABDCF6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B043C29-F607-7BCE-4B47-FB6B6C780514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7199567-ABFB-D7E5-6614-71E07447D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127" y="2231886"/>
            <a:ext cx="5505745" cy="33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462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7DC36-F6CB-D36E-2A2A-1E1C5F06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1C8E310-1740-1C47-3F7B-00C3126A6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C8B181B-FF6F-28B9-1570-B399837B4305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997ED87-7B6B-2D8C-C4F3-F798610D3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5190" y="2231886"/>
            <a:ext cx="6661619" cy="343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995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EE94-A730-DABF-3FBB-63ECD9D8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6CA2FD-AF43-1BF6-10CB-B6F902756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9814384-66B0-6735-E563-7D5A4622B34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AE24A52-640D-8F7B-89A8-3A1DE762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1" y="2231886"/>
            <a:ext cx="6069797" cy="340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99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59EC3-5307-6F8B-ADAC-1ABB5CE9D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F237B2B-9059-9797-5727-11B917776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1A831E2-9D89-189B-E983-445A0EDD4B07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F36C2BF-7F78-9373-18E3-E7D309FCE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0" y="2228374"/>
            <a:ext cx="6069797" cy="34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029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C727-C5F8-82D4-9ABF-FA450607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BA859DC-B5DB-523D-163A-A64DC1111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F4F3E28-CDDF-0AB6-57CA-0539860484CC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3E1C636-FD26-3D2E-0656-A3B5B0AA51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1100" y="2229818"/>
            <a:ext cx="606979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79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E3A6C-1C8C-1CAB-7694-26B03E2B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4410478-C5EA-3CF2-4A24-E9A34689F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EEDA4C8-EAA3-8689-BF24-12B1EEE3A0A2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F1D34A-703F-687C-16F9-99FFE19B7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5685" y="2229818"/>
            <a:ext cx="606062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67E1-730F-3AB3-4A6E-3E133125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A88CB68-470F-4F95-7908-6B93A4CE52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A2F43CC-ADF4-4FF9-CDA8-E052538D21A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CCA5DA6-09C3-C577-1923-2417AC1A4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29818"/>
            <a:ext cx="605034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3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0BCC-0F37-7100-62D6-EE1E1BF36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8D5424C-3CE8-9AA9-FB38-0429C6157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2BE8CF9-6F70-230A-18C7-C7C7BD661320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F8556CE-1271-FBEB-77EA-9AA9CCB7D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36399"/>
            <a:ext cx="6050347" cy="3389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603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FBBE-067E-05E1-A55B-90EB22755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7D50325-4A82-F467-6115-C8DD2DF8C7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4160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3AB4D-7694-5BB8-2719-A71F8DD3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B471970-C17A-6D77-C51B-AFAD0D04EE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24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81</Words>
  <Application>Microsoft Office PowerPoint</Application>
  <PresentationFormat>寬螢幕</PresentationFormat>
  <Paragraphs>16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ZheongEric</dc:creator>
  <cp:lastModifiedBy>ZheongEric</cp:lastModifiedBy>
  <cp:revision>3</cp:revision>
  <dcterms:created xsi:type="dcterms:W3CDTF">2026-04-14T04:14:00Z</dcterms:created>
  <dcterms:modified xsi:type="dcterms:W3CDTF">2026-04-15T08:36:21Z</dcterms:modified>
</cp:coreProperties>
</file>