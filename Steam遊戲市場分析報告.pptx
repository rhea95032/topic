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8" r:id="rId4"/>
    <p:sldId id="269" r:id="rId5"/>
    <p:sldId id="270" r:id="rId6"/>
    <p:sldId id="271" r:id="rId7"/>
    <p:sldId id="272" r:id="rId8"/>
    <p:sldId id="273" r:id="rId9"/>
    <p:sldId id="274" r:id="rId10"/>
    <p:sldId id="280" r:id="rId11"/>
    <p:sldId id="266" r:id="rId12"/>
    <p:sldId id="267" r:id="rId13"/>
    <p:sldId id="268" r:id="rId14"/>
    <p:sldId id="275" r:id="rId15"/>
    <p:sldId id="279" r:id="rId16"/>
    <p:sldId id="276" r:id="rId1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FF"/>
    <a:srgbClr val="00FFFF"/>
    <a:srgbClr val="0B1423"/>
    <a:srgbClr val="0E1E2D"/>
    <a:srgbClr val="0D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48A3BC-A2A9-4AF2-859B-7C5E966DF741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50F68-E9E7-4BC1-B527-560F3585FD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991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50F68-E9E7-4BC1-B527-560F3585FD1B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300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C91870-BC5F-05B4-E9C1-7123E6E74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DE222A5-1F36-FA60-6F61-10FB82696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2C72F72-CF20-73F2-4851-5849DC939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8B9A724-5278-3685-E679-5B679093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A9387A-8ACA-F0DD-B248-944E7475A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526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0F6BF8-0326-F245-9026-7A06FCD44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9E4DD2-0F9C-2644-DACA-6D6E192CA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7B5383-8322-C72F-E1BF-05A2E8213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2397F3-BC3C-7E79-EC93-1ADEEBB61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E22672-CAEB-1776-0F9A-0A686784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572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BA1D9E-AB13-2DDD-A744-C9F4D154F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689C887-392D-C963-962F-437BC6E45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CBA3B0-B545-407D-29CC-5333FF1E1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A9D105E-54F2-93DA-EFCC-BD64CE690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0FFD50-D9F5-FA78-6A52-471E00744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0946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1A23D-CB52-E907-A8D6-E78146D32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AB5726-07EC-4566-6577-24CEE69EB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CF0F293-335C-20AE-A0B9-AA9F324F21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C82749-0F7B-4050-345B-91D32F12C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7FA7FE-B926-364E-932F-6450467F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ABEECFC-7E63-BFC1-20DF-B30446BB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9412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7B5C61-89C2-DFA1-7A61-08BEE9A9A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0CAC97F-9237-CDA9-07A7-6C0A465C86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948B24B-84C1-5EE5-BDCC-66F49A6AE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B008A98-B728-541B-63D4-CD6368C24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9E44BA4-BC17-AA03-8D97-77CE7F811C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FCCFD57-0E16-96D4-2589-EDFB6D106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FB2B650-13E2-AD05-C76C-17414DDF1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8FF3925-B7F7-7204-82FD-D80544460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624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73AC9B-78B3-EC1B-62CE-02770404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ACB03A0-D30F-45DC-0D6B-73208664F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505BDCD-B39A-466F-49C4-7F28C0A8E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EADFBAD-8538-1E9C-32B4-1F87A30DD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827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2FB5728-2A30-8107-4AC2-D0004E325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DB5FCAE-ADAB-BFAE-66E1-69DDE85EB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D5C454E-64D8-C287-B7EC-3CC022847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0352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934CAE-E746-4DF4-89DD-E34FDDBC0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421AF8-75CA-C406-26E1-7BAFE0F85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1762062-014A-5EE6-A4ED-89895472D1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B02499A-91FC-3F8A-55E0-5C4E412D9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6962986-F1C5-AD6C-BF19-0D7D5DB4F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979FC90-752C-6297-3BB4-2CFFF77B7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740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3943E5-EF1B-002D-3842-F91E13462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65AA1E0-9E2A-6050-E175-9C8D4BCAD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7E12D9A-BDF5-DA1A-A52F-519E1B693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E62B1B-49AB-9731-4934-D9FEE3034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CF9F78B-2C43-F3B8-C88D-1D7757E40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F71CCD1-27E3-9C8B-C7AD-A74970839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2858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308256-1AED-CB68-045A-DB6699422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4069D0F-80CE-BAC9-DCA8-B02464045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3327B6B-8C8D-5565-8405-C3F47E83A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FCCCC7A-9090-B204-7324-2BBFEB639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E6CCF3-6C22-C885-C222-3BDBA61B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854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60BDF07-6F1C-49D8-669A-100C5BB832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C981345-0F9F-54C4-9F59-532984C59A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DB6FE5-5FE5-8ECA-BFC1-0E45F6A83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AA46EC-0B7B-ECC0-05DF-5DB8B258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A27230-CA56-1E53-FBAD-2ECD1B2AA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9133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535F892-FDE8-33C5-3FB6-C656CE7D5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EAE94EB-186C-CF60-18B0-00F71D486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D709DE0-3EFE-8325-58B7-382D398684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C683EB-4048-A6E4-7745-DF1A70AA62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E955E54-A43B-8225-4B92-765A3CBE40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1586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rtermiloff/steam-games-dataset/dat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zh.wikipedia.org/wiki/Valve" TargetMode="External"/><Relationship Id="rId4" Type="http://schemas.openxmlformats.org/officeDocument/2006/relationships/hyperlink" Target="https://zh.wikipedia.org/zh-tw/Stea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4048EC05-EADA-B116-8A47-0895688364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0CBB74B0-DA31-213A-3F20-8EAC3D3CFA7C}"/>
              </a:ext>
            </a:extLst>
          </p:cNvPr>
          <p:cNvSpPr txBox="1"/>
          <p:nvPr/>
        </p:nvSpPr>
        <p:spPr>
          <a:xfrm>
            <a:off x="0" y="2438400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8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 </a:t>
            </a:r>
            <a:r>
              <a:rPr lang="zh-TW" altLang="en-US" sz="48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全球遊戲市場分析專題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8BF46DFB-EBF5-23E5-4A6E-3A22F65E1EF0}"/>
              </a:ext>
            </a:extLst>
          </p:cNvPr>
          <p:cNvSpPr txBox="1"/>
          <p:nvPr/>
        </p:nvSpPr>
        <p:spPr>
          <a:xfrm>
            <a:off x="4782178" y="543423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專題製作及分析：鄭朝元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00DAC3-E613-7879-D0F9-D3CE95AFD4DE}"/>
              </a:ext>
            </a:extLst>
          </p:cNvPr>
          <p:cNvSpPr txBox="1"/>
          <p:nvPr/>
        </p:nvSpPr>
        <p:spPr>
          <a:xfrm>
            <a:off x="4685998" y="3265438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(2003-2024)</a:t>
            </a:r>
            <a:endParaRPr lang="zh-TW" altLang="en-US" sz="3600" dirty="0">
              <a:solidFill>
                <a:srgbClr val="00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84444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F92F5E4-3776-C7B0-FEE3-A521BA00A2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18A23BA-FC73-A594-60F5-489A1145CADA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動機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E1E7222-61E1-C628-A4C9-1748D216E9B5}"/>
              </a:ext>
            </a:extLst>
          </p:cNvPr>
          <p:cNvSpPr txBox="1"/>
          <p:nvPr/>
        </p:nvSpPr>
        <p:spPr>
          <a:xfrm>
            <a:off x="2261924" y="2476500"/>
            <a:ext cx="7668152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從小到大都在持續的接觸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PC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遊戲，因此對於現在經常使用的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平台感到好奇，從而製作了這份分析報告。</a:t>
            </a:r>
          </a:p>
        </p:txBody>
      </p:sp>
    </p:spTree>
    <p:extLst>
      <p:ext uri="{BB962C8B-B14F-4D97-AF65-F5344CB8AC3E}">
        <p14:creationId xmlns:p14="http://schemas.microsoft.com/office/powerpoint/2010/main" val="310561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9B7FD-EA06-9B04-D9FF-D511CC4BC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E43FA913-E454-799C-7F3A-9C779A96D7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28301CF-4564-6E1B-96BF-599FC64263D0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背景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F9F7DF4-0E71-1646-409B-5E06815F5AB6}"/>
              </a:ext>
            </a:extLst>
          </p:cNvPr>
          <p:cNvSpPr txBox="1"/>
          <p:nvPr/>
        </p:nvSpPr>
        <p:spPr>
          <a:xfrm>
            <a:off x="2261923" y="2476500"/>
            <a:ext cx="7943233" cy="1688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的創立者是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Gabe Logan Newell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及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Mike Harrington</a:t>
            </a:r>
          </a:p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而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則是由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 。平台經歷了從「人工嚴選」到「數據演算法推薦」的轉移。</a:t>
            </a:r>
          </a:p>
        </p:txBody>
      </p:sp>
    </p:spTree>
    <p:extLst>
      <p:ext uri="{BB962C8B-B14F-4D97-AF65-F5344CB8AC3E}">
        <p14:creationId xmlns:p14="http://schemas.microsoft.com/office/powerpoint/2010/main" val="2092863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5EE94-A730-DABF-3FBB-63ECD9D89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36CA2FD-AF43-1BF6-10CB-B6F902756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9814384-66B0-6735-E563-7D5A4622B34B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AE24A52-640D-8F7B-89A8-3A1DE762BE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1101" y="2231886"/>
            <a:ext cx="6069797" cy="340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99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59EC3-5307-6F8B-ADAC-1ABB5CE9D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F237B2B-9059-9797-5727-11B917776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1A831E2-9D89-189B-E983-445A0EDD4B07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F36C2BF-7F78-9373-18E3-E7D309FCE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1100" y="2228374"/>
            <a:ext cx="6069797" cy="340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029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DC727-C5F8-82D4-9ABF-FA450607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2BA859DC-B5DB-523D-163A-A64DC1111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F4F3E28-CDDF-0AB6-57CA-0539860484CC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3E1C636-FD26-3D2E-0656-A3B5B0AA51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1100" y="2229818"/>
            <a:ext cx="6069797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790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E3A6C-1C8C-1CAB-7694-26B03E2BE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4410478-C5EA-3CF2-4A24-E9A34689F9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EEDA4C8-EAA3-8689-BF24-12B1EEE3A0A2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F1D34A-703F-687C-16F9-99FFE19B7F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105" y="2229818"/>
            <a:ext cx="6051786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9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867E1-730F-3AB3-4A6E-3E1331257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A88CB68-470F-4F95-7908-6B93A4CE52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A2F43CC-ADF4-4FF9-CDA8-E052538D21AB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CCA5DA6-09C3-C577-1923-2417AC1A4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825" y="2229818"/>
            <a:ext cx="6050347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6334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40BCC-0F37-7100-62D6-EE1E1BF36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8D5424C-3CE8-9AA9-FB38-0429C6157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2BE8CF9-6F70-230A-18C7-C7C7BD661320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F8556CE-1271-FBEB-77EA-9AA9CCB7D4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825" y="2236399"/>
            <a:ext cx="6050347" cy="3389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603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70BD4-F6DE-108F-58A9-D8D4A9444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0B31C4E-8704-4904-0055-39303F1A1D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B8ADAC5-36E4-E4A7-5619-C1BB2E770DE8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6B7CD2-6B12-1C59-6EC8-5B29BA9D2B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4685" y="2229818"/>
            <a:ext cx="5762625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92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42900-E13C-370C-3264-E7948366D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F5C274B-05F3-B016-5E16-02123F97D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3F24C56-65BF-E447-92D8-42B3EC228F43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資料獲取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047E607-F08A-B013-E2C2-DDFEB889874A}"/>
              </a:ext>
            </a:extLst>
          </p:cNvPr>
          <p:cNvSpPr txBox="1"/>
          <p:nvPr/>
        </p:nvSpPr>
        <p:spPr>
          <a:xfrm>
            <a:off x="2261924" y="2476500"/>
            <a:ext cx="7668152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</a:t>
            </a:r>
            <a:r>
              <a:rPr lang="en-US" altLang="zh-TW" sz="24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kaggle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下載關於這次主題的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csv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，並且在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python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進行資料的清洗及擷取。</a:t>
            </a:r>
          </a:p>
        </p:txBody>
      </p:sp>
    </p:spTree>
    <p:extLst>
      <p:ext uri="{BB962C8B-B14F-4D97-AF65-F5344CB8AC3E}">
        <p14:creationId xmlns:p14="http://schemas.microsoft.com/office/powerpoint/2010/main" val="90995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928A0-A2F1-87A2-DB6B-76786549D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D85EFCAD-3CFB-C8BC-8E90-1BBABDCF6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B043C29-F607-7BCE-4B47-FB6B6C780514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資料清洗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7199567-ABFB-D7E5-6614-71E07447D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127" y="2231886"/>
            <a:ext cx="5505745" cy="3372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46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7DC36-F6CB-D36E-2A2A-1E1C5F06A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1C8E310-1740-1C47-3F7B-00C3126A6B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C8B181B-FF6F-28B9-1570-B399837B4305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資料清洗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997ED87-7B6B-2D8C-C4F3-F798610D3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5190" y="2231886"/>
            <a:ext cx="6661619" cy="3434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995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F0480-F28A-A08D-B05E-6C84DE680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3FD5318-EC4B-4C1D-2E45-349D55929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4AD5EAEA-A346-69F1-CCD1-4DC2E8CC10FD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總結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89270A0-E00A-ADDE-2C90-82B41D85EA8C}"/>
              </a:ext>
            </a:extLst>
          </p:cNvPr>
          <p:cNvSpPr txBox="1"/>
          <p:nvPr/>
        </p:nvSpPr>
        <p:spPr>
          <a:xfrm>
            <a:off x="2261924" y="2476500"/>
            <a:ext cx="7668152" cy="2240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獨立遊戲是目前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遊戲數量的最大宗</a:t>
            </a:r>
            <a:endParaRPr lang="en-US" altLang="zh-TW" sz="2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發行遊戲時間可以選擇在秋季特賣或是前一個月</a:t>
            </a:r>
            <a:endParaRPr lang="en-US" altLang="zh-TW" sz="2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預估總營收最高是落在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30.00-59.99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美元，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11-20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種的支援語言</a:t>
            </a:r>
          </a:p>
        </p:txBody>
      </p:sp>
    </p:spTree>
    <p:extLst>
      <p:ext uri="{BB962C8B-B14F-4D97-AF65-F5344CB8AC3E}">
        <p14:creationId xmlns:p14="http://schemas.microsoft.com/office/powerpoint/2010/main" val="4272047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F45D3-88E3-8C6D-AE23-3337D5685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3B63A09-8685-9056-D33D-582B129D8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9DC044F-C35C-6825-1CFD-D3CD4935E740}"/>
              </a:ext>
            </a:extLst>
          </p:cNvPr>
          <p:cNvSpPr txBox="1"/>
          <p:nvPr/>
        </p:nvSpPr>
        <p:spPr>
          <a:xfrm>
            <a:off x="4464784" y="1524000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近期額外分享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CEA27C0-692F-6206-BABC-B2ECA2EA4CC8}"/>
              </a:ext>
            </a:extLst>
          </p:cNvPr>
          <p:cNvSpPr txBox="1"/>
          <p:nvPr/>
        </p:nvSpPr>
        <p:spPr>
          <a:xfrm>
            <a:off x="2261924" y="2476500"/>
            <a:ext cx="766815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zh-TW" sz="20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S&amp;box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沙盒創作平台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是基於 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Source 2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引擎構建，允許創作者直接從</a:t>
            </a:r>
            <a:r>
              <a:rPr lang="en-US" altLang="zh-TW" sz="20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S&amp;box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編輯器匯出項目，並將其作為獨立遊戲在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上發布，且完全免版稅。</a:t>
            </a: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開發中的幀率估算器，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系統根據玩家的 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CPU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GPU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和記憶體數據，比對其他用戶的實際遊玩數據，在購買前預估遊戲在玩家電腦上的效能表現。</a:t>
            </a: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>
              <a:buFont typeface="+mj-lt"/>
              <a:buAutoNum type="arabicPeriod"/>
            </a:pP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632275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F6B73-4486-90CF-AD38-38918FD0F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50E5D5F-BE30-BC71-3D07-604FD396D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6CC69FB-2DBE-6060-D8DD-BFE28FBE4813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01AEC1B-ABA0-4DB5-73CF-2E214E8DB78A}"/>
              </a:ext>
            </a:extLst>
          </p:cNvPr>
          <p:cNvSpPr txBox="1"/>
          <p:nvPr/>
        </p:nvSpPr>
        <p:spPr>
          <a:xfrm>
            <a:off x="2261923" y="2476500"/>
            <a:ext cx="790936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資料來源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https://www.kaggle.com/datasets/artermiloff/steam-games-dataset/data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相關資料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https://zh.wikipedia.org/zh-tw/Steam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開發者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https://zh.wikipedia.org/wiki/Valve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使用工具：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Gemini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Bing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Nano Banana2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Python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PowerPoint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VS Code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GitHub</a:t>
            </a:r>
          </a:p>
          <a:p>
            <a:endParaRPr lang="zh-TW" altLang="en-US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9637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322</Words>
  <Application>Microsoft Office PowerPoint</Application>
  <PresentationFormat>寬螢幕</PresentationFormat>
  <Paragraphs>35</Paragraphs>
  <Slides>16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1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ZheongEric</dc:creator>
  <cp:lastModifiedBy>ZheongEric</cp:lastModifiedBy>
  <cp:revision>9</cp:revision>
  <dcterms:created xsi:type="dcterms:W3CDTF">2026-04-14T04:14:00Z</dcterms:created>
  <dcterms:modified xsi:type="dcterms:W3CDTF">2026-04-16T08:31:18Z</dcterms:modified>
</cp:coreProperties>
</file>